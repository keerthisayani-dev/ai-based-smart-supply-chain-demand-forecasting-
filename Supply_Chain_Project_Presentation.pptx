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9F3B9-8DC0-4005-AFA3-39C094C45721}" v="139" dt="2026-03-07T08:25:41.979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4" autoAdjust="0"/>
    <p:restoredTop sz="94706" autoAdjust="0"/>
  </p:normalViewPr>
  <p:slideViewPr>
    <p:cSldViewPr snapToGrid="0">
      <p:cViewPr varScale="1">
        <p:scale>
          <a:sx n="94" d="100"/>
          <a:sy n="94" d="100"/>
        </p:scale>
        <p:origin x="182" y="10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85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rhi Sayani" userId="8a8efc305a731c71" providerId="LiveId" clId="{C2B1849A-B2FC-4889-8399-224D91533BE8}"/>
    <pc:docChg chg="undo custSel modSld">
      <pc:chgData name="Keerhi Sayani" userId="8a8efc305a731c71" providerId="LiveId" clId="{C2B1849A-B2FC-4889-8399-224D91533BE8}" dt="2026-03-07T16:06:14.453" v="2" actId="207"/>
      <pc:docMkLst>
        <pc:docMk/>
      </pc:docMkLst>
      <pc:sldChg chg="modSp mod">
        <pc:chgData name="Keerhi Sayani" userId="8a8efc305a731c71" providerId="LiveId" clId="{C2B1849A-B2FC-4889-8399-224D91533BE8}" dt="2026-03-07T16:06:14.453" v="2" actId="207"/>
        <pc:sldMkLst>
          <pc:docMk/>
          <pc:sldMk cId="0" sldId="260"/>
        </pc:sldMkLst>
        <pc:spChg chg="mod">
          <ac:chgData name="Keerhi Sayani" userId="8a8efc305a731c71" providerId="LiveId" clId="{C2B1849A-B2FC-4889-8399-224D91533BE8}" dt="2026-03-07T16:06:14.453" v="2" actId="207"/>
          <ac:spMkLst>
            <pc:docMk/>
            <pc:sldMk cId="0" sldId="260"/>
            <ac:spMk id="3" creationId="{00000000-0000-0000-0000-000000000000}"/>
          </ac:spMkLst>
        </pc:spChg>
      </pc:sldChg>
    </pc:docChg>
  </pc:docChgLst>
  <pc:docChgLst>
    <pc:chgData name="Tech Support 7" userId="052e40f2-87bf-4949-8f21-21eb4e4e0282" providerId="ADAL" clId="{89129EA5-8514-4408-8AC6-026FAF17B119}"/>
    <pc:docChg chg="undo custSel addSld delSld modSld">
      <pc:chgData name="Tech Support 7" userId="052e40f2-87bf-4949-8f21-21eb4e4e0282" providerId="ADAL" clId="{89129EA5-8514-4408-8AC6-026FAF17B119}" dt="2026-03-07T08:25:41.978" v="1120"/>
      <pc:docMkLst>
        <pc:docMk/>
      </pc:docMkLst>
      <pc:sldChg chg="addSp delSp modSp mod">
        <pc:chgData name="Tech Support 7" userId="052e40f2-87bf-4949-8f21-21eb4e4e0282" providerId="ADAL" clId="{89129EA5-8514-4408-8AC6-026FAF17B119}" dt="2026-03-07T08:25:34.628" v="1114"/>
        <pc:sldMkLst>
          <pc:docMk/>
          <pc:sldMk cId="3984617762" sldId="257"/>
        </pc:sldMkLst>
        <pc:spChg chg="mod">
          <ac:chgData name="Tech Support 7" userId="052e40f2-87bf-4949-8f21-21eb4e4e0282" providerId="ADAL" clId="{89129EA5-8514-4408-8AC6-026FAF17B119}" dt="2026-03-07T05:16:34.516" v="293" actId="404"/>
          <ac:spMkLst>
            <pc:docMk/>
            <pc:sldMk cId="3984617762" sldId="257"/>
            <ac:spMk id="2" creationId="{00000000-0000-0000-0000-000000000000}"/>
          </ac:spMkLst>
        </pc:spChg>
        <pc:spChg chg="del mod">
          <ac:chgData name="Tech Support 7" userId="052e40f2-87bf-4949-8f21-21eb4e4e0282" providerId="ADAL" clId="{89129EA5-8514-4408-8AC6-026FAF17B119}" dt="2026-03-07T04:59:07.928" v="37" actId="478"/>
          <ac:spMkLst>
            <pc:docMk/>
            <pc:sldMk cId="3984617762" sldId="257"/>
            <ac:spMk id="3" creationId="{00000000-0000-0000-0000-000000000000}"/>
          </ac:spMkLst>
        </pc:spChg>
        <pc:spChg chg="add del mod">
          <ac:chgData name="Tech Support 7" userId="052e40f2-87bf-4949-8f21-21eb4e4e0282" providerId="ADAL" clId="{89129EA5-8514-4408-8AC6-026FAF17B119}" dt="2026-03-07T04:59:15.091" v="38" actId="478"/>
          <ac:spMkLst>
            <pc:docMk/>
            <pc:sldMk cId="3984617762" sldId="257"/>
            <ac:spMk id="6" creationId="{E4B2CCB1-B65B-DB02-7B2F-7ED10910E124}"/>
          </ac:spMkLst>
        </pc:spChg>
        <pc:graphicFrameChg chg="add mod modGraphic">
          <ac:chgData name="Tech Support 7" userId="052e40f2-87bf-4949-8f21-21eb4e4e0282" providerId="ADAL" clId="{89129EA5-8514-4408-8AC6-026FAF17B119}" dt="2026-03-07T05:16:47.745" v="294"/>
          <ac:graphicFrameMkLst>
            <pc:docMk/>
            <pc:sldMk cId="3984617762" sldId="257"/>
            <ac:graphicFrameMk id="4" creationId="{EA166705-FC3E-800D-EA4F-01CE505AE29D}"/>
          </ac:graphicFrameMkLst>
        </pc:graphicFrameChg>
        <pc:picChg chg="add mod">
          <ac:chgData name="Tech Support 7" userId="052e40f2-87bf-4949-8f21-21eb4e4e0282" providerId="ADAL" clId="{89129EA5-8514-4408-8AC6-026FAF17B119}" dt="2026-03-07T08:25:34.628" v="1114"/>
          <ac:picMkLst>
            <pc:docMk/>
            <pc:sldMk cId="3984617762" sldId="257"/>
            <ac:picMk id="3" creationId="{31979D43-CFA2-E177-3CBF-26EA5C6A1671}"/>
          </ac:picMkLst>
        </pc:picChg>
      </pc:sldChg>
      <pc:sldChg chg="addSp modSp mod">
        <pc:chgData name="Tech Support 7" userId="052e40f2-87bf-4949-8f21-21eb4e4e0282" providerId="ADAL" clId="{89129EA5-8514-4408-8AC6-026FAF17B119}" dt="2026-03-07T08:25:23.374" v="1109" actId="14100"/>
        <pc:sldMkLst>
          <pc:docMk/>
          <pc:sldMk cId="106904919" sldId="261"/>
        </pc:sldMkLst>
        <pc:picChg chg="add mod">
          <ac:chgData name="Tech Support 7" userId="052e40f2-87bf-4949-8f21-21eb4e4e0282" providerId="ADAL" clId="{89129EA5-8514-4408-8AC6-026FAF17B119}" dt="2026-03-07T08:25:23.374" v="1109" actId="14100"/>
          <ac:picMkLst>
            <pc:docMk/>
            <pc:sldMk cId="106904919" sldId="261"/>
            <ac:picMk id="5" creationId="{5ED7B59D-BB1C-5556-00FC-C333A915F92D}"/>
          </ac:picMkLst>
        </pc:picChg>
      </pc:sldChg>
      <pc:sldChg chg="modSp del">
        <pc:chgData name="Tech Support 7" userId="052e40f2-87bf-4949-8f21-21eb4e4e0282" providerId="ADAL" clId="{89129EA5-8514-4408-8AC6-026FAF17B119}" dt="2026-03-07T04:41:58.484" v="20" actId="2696"/>
        <pc:sldMkLst>
          <pc:docMk/>
          <pc:sldMk cId="1476019738" sldId="262"/>
        </pc:sldMkLst>
        <pc:spChg chg="mod">
          <ac:chgData name="Tech Support 7" userId="052e40f2-87bf-4949-8f21-21eb4e4e0282" providerId="ADAL" clId="{89129EA5-8514-4408-8AC6-026FAF17B119}" dt="2026-03-07T04:41:38.356" v="5"/>
          <ac:spMkLst>
            <pc:docMk/>
            <pc:sldMk cId="1476019738" sldId="262"/>
            <ac:spMk id="2" creationId="{00000000-0000-0000-0000-000000000000}"/>
          </ac:spMkLst>
        </pc:spChg>
      </pc:sldChg>
      <pc:sldChg chg="del">
        <pc:chgData name="Tech Support 7" userId="052e40f2-87bf-4949-8f21-21eb4e4e0282" providerId="ADAL" clId="{89129EA5-8514-4408-8AC6-026FAF17B119}" dt="2026-03-07T04:42:03.644" v="22" actId="2696"/>
        <pc:sldMkLst>
          <pc:docMk/>
          <pc:sldMk cId="2475092730" sldId="263"/>
        </pc:sldMkLst>
      </pc:sldChg>
      <pc:sldChg chg="del">
        <pc:chgData name="Tech Support 7" userId="052e40f2-87bf-4949-8f21-21eb4e4e0282" providerId="ADAL" clId="{89129EA5-8514-4408-8AC6-026FAF17B119}" dt="2026-03-07T04:42:01.258" v="21" actId="2696"/>
        <pc:sldMkLst>
          <pc:docMk/>
          <pc:sldMk cId="2761515851" sldId="264"/>
        </pc:sldMkLst>
      </pc:sldChg>
      <pc:sldChg chg="del">
        <pc:chgData name="Tech Support 7" userId="052e40f2-87bf-4949-8f21-21eb4e4e0282" providerId="ADAL" clId="{89129EA5-8514-4408-8AC6-026FAF17B119}" dt="2026-03-07T04:42:23.523" v="30" actId="47"/>
        <pc:sldMkLst>
          <pc:docMk/>
          <pc:sldMk cId="2362296366" sldId="265"/>
        </pc:sldMkLst>
      </pc:sldChg>
      <pc:sldChg chg="del">
        <pc:chgData name="Tech Support 7" userId="052e40f2-87bf-4949-8f21-21eb4e4e0282" providerId="ADAL" clId="{89129EA5-8514-4408-8AC6-026FAF17B119}" dt="2026-03-07T04:42:07.633" v="23" actId="2696"/>
        <pc:sldMkLst>
          <pc:docMk/>
          <pc:sldMk cId="3229171051" sldId="266"/>
        </pc:sldMkLst>
      </pc:sldChg>
      <pc:sldChg chg="del">
        <pc:chgData name="Tech Support 7" userId="052e40f2-87bf-4949-8f21-21eb4e4e0282" providerId="ADAL" clId="{89129EA5-8514-4408-8AC6-026FAF17B119}" dt="2026-03-07T04:42:12.939" v="25" actId="2696"/>
        <pc:sldMkLst>
          <pc:docMk/>
          <pc:sldMk cId="452733939" sldId="267"/>
        </pc:sldMkLst>
      </pc:sldChg>
      <pc:sldChg chg="del">
        <pc:chgData name="Tech Support 7" userId="052e40f2-87bf-4949-8f21-21eb4e4e0282" providerId="ADAL" clId="{89129EA5-8514-4408-8AC6-026FAF17B119}" dt="2026-03-07T04:42:18.381" v="27" actId="2696"/>
        <pc:sldMkLst>
          <pc:docMk/>
          <pc:sldMk cId="1544302913" sldId="268"/>
        </pc:sldMkLst>
      </pc:sldChg>
      <pc:sldChg chg="del">
        <pc:chgData name="Tech Support 7" userId="052e40f2-87bf-4949-8f21-21eb4e4e0282" providerId="ADAL" clId="{89129EA5-8514-4408-8AC6-026FAF17B119}" dt="2026-03-07T04:42:19.644" v="28" actId="47"/>
        <pc:sldMkLst>
          <pc:docMk/>
          <pc:sldMk cId="4101607575" sldId="269"/>
        </pc:sldMkLst>
      </pc:sldChg>
      <pc:sldChg chg="del">
        <pc:chgData name="Tech Support 7" userId="052e40f2-87bf-4949-8f21-21eb4e4e0282" providerId="ADAL" clId="{89129EA5-8514-4408-8AC6-026FAF17B119}" dt="2026-03-07T04:42:20.542" v="29" actId="47"/>
        <pc:sldMkLst>
          <pc:docMk/>
          <pc:sldMk cId="2794409471" sldId="270"/>
        </pc:sldMkLst>
      </pc:sldChg>
      <pc:sldChg chg="addSp modSp mod">
        <pc:chgData name="Tech Support 7" userId="052e40f2-87bf-4949-8f21-21eb4e4e0282" providerId="ADAL" clId="{89129EA5-8514-4408-8AC6-026FAF17B119}" dt="2026-03-07T08:25:31.467" v="1111"/>
        <pc:sldMkLst>
          <pc:docMk/>
          <pc:sldMk cId="1476463952" sldId="271"/>
        </pc:sldMkLst>
        <pc:spChg chg="mod">
          <ac:chgData name="Tech Support 7" userId="052e40f2-87bf-4949-8f21-21eb4e4e0282" providerId="ADAL" clId="{89129EA5-8514-4408-8AC6-026FAF17B119}" dt="2026-03-07T07:05:58.941" v="1006" actId="20577"/>
          <ac:spMkLst>
            <pc:docMk/>
            <pc:sldMk cId="1476463952" sldId="271"/>
            <ac:spMk id="3" creationId="{FCFE2A30-93DB-D03E-C108-C80E55D3D917}"/>
          </ac:spMkLst>
        </pc:spChg>
        <pc:picChg chg="add mod">
          <ac:chgData name="Tech Support 7" userId="052e40f2-87bf-4949-8f21-21eb4e4e0282" providerId="ADAL" clId="{89129EA5-8514-4408-8AC6-026FAF17B119}" dt="2026-03-07T08:25:31.467" v="1111"/>
          <ac:picMkLst>
            <pc:docMk/>
            <pc:sldMk cId="1476463952" sldId="271"/>
            <ac:picMk id="4" creationId="{EAAE60CC-6275-64B9-B8AA-451F25E478D5}"/>
          </ac:picMkLst>
        </pc:picChg>
      </pc:sldChg>
      <pc:sldChg chg="addSp modSp">
        <pc:chgData name="Tech Support 7" userId="052e40f2-87bf-4949-8f21-21eb4e4e0282" providerId="ADAL" clId="{89129EA5-8514-4408-8AC6-026FAF17B119}" dt="2026-03-07T08:25:32.747" v="1112"/>
        <pc:sldMkLst>
          <pc:docMk/>
          <pc:sldMk cId="2900483329" sldId="272"/>
        </pc:sldMkLst>
        <pc:picChg chg="add mod">
          <ac:chgData name="Tech Support 7" userId="052e40f2-87bf-4949-8f21-21eb4e4e0282" providerId="ADAL" clId="{89129EA5-8514-4408-8AC6-026FAF17B119}" dt="2026-03-07T08:25:32.747" v="1112"/>
          <ac:picMkLst>
            <pc:docMk/>
            <pc:sldMk cId="2900483329" sldId="272"/>
            <ac:picMk id="4" creationId="{AF44F072-1261-137D-D8A8-E6A44DB8B70F}"/>
          </ac:picMkLst>
        </pc:picChg>
      </pc:sldChg>
      <pc:sldChg chg="addSp modSp">
        <pc:chgData name="Tech Support 7" userId="052e40f2-87bf-4949-8f21-21eb4e4e0282" providerId="ADAL" clId="{89129EA5-8514-4408-8AC6-026FAF17B119}" dt="2026-03-07T08:25:33.688" v="1113"/>
        <pc:sldMkLst>
          <pc:docMk/>
          <pc:sldMk cId="2846267104" sldId="273"/>
        </pc:sldMkLst>
        <pc:picChg chg="add mod">
          <ac:chgData name="Tech Support 7" userId="052e40f2-87bf-4949-8f21-21eb4e4e0282" providerId="ADAL" clId="{89129EA5-8514-4408-8AC6-026FAF17B119}" dt="2026-03-07T08:25:33.688" v="1113"/>
          <ac:picMkLst>
            <pc:docMk/>
            <pc:sldMk cId="2846267104" sldId="273"/>
            <ac:picMk id="4" creationId="{4817D8E3-7A69-8A5C-7137-0EBA79D8F608}"/>
          </ac:picMkLst>
        </pc:picChg>
      </pc:sldChg>
      <pc:sldChg chg="addSp delSp modSp new del mod">
        <pc:chgData name="Tech Support 7" userId="052e40f2-87bf-4949-8f21-21eb4e4e0282" providerId="ADAL" clId="{89129EA5-8514-4408-8AC6-026FAF17B119}" dt="2026-03-07T07:05:32.989" v="961" actId="2696"/>
        <pc:sldMkLst>
          <pc:docMk/>
          <pc:sldMk cId="4202673895" sldId="274"/>
        </pc:sldMkLst>
        <pc:spChg chg="mod">
          <ac:chgData name="Tech Support 7" userId="052e40f2-87bf-4949-8f21-21eb4e4e0282" providerId="ADAL" clId="{89129EA5-8514-4408-8AC6-026FAF17B119}" dt="2026-03-07T04:41:14.964" v="2"/>
          <ac:spMkLst>
            <pc:docMk/>
            <pc:sldMk cId="4202673895" sldId="274"/>
            <ac:spMk id="2" creationId="{C0EC51C9-D50A-AA5B-48CF-44F07215A6F9}"/>
          </ac:spMkLst>
        </pc:spChg>
        <pc:spChg chg="del">
          <ac:chgData name="Tech Support 7" userId="052e40f2-87bf-4949-8f21-21eb4e4e0282" providerId="ADAL" clId="{89129EA5-8514-4408-8AC6-026FAF17B119}" dt="2026-03-07T05:08:30.715" v="76" actId="1032"/>
          <ac:spMkLst>
            <pc:docMk/>
            <pc:sldMk cId="4202673895" sldId="274"/>
            <ac:spMk id="3" creationId="{9E5545CA-924F-55C2-9890-DC24DD53BD6C}"/>
          </ac:spMkLst>
        </pc:spChg>
        <pc:graphicFrameChg chg="add mod modGraphic">
          <ac:chgData name="Tech Support 7" userId="052e40f2-87bf-4949-8f21-21eb4e4e0282" providerId="ADAL" clId="{89129EA5-8514-4408-8AC6-026FAF17B119}" dt="2026-03-07T05:15:53.867" v="242" actId="207"/>
          <ac:graphicFrameMkLst>
            <pc:docMk/>
            <pc:sldMk cId="4202673895" sldId="274"/>
            <ac:graphicFrameMk id="4" creationId="{F75EB7A6-3EF6-96EF-9FD6-CC1F20144E74}"/>
          </ac:graphicFrameMkLst>
        </pc:graphicFrameChg>
      </pc:sldChg>
      <pc:sldChg chg="addSp delSp modSp new mod">
        <pc:chgData name="Tech Support 7" userId="052e40f2-87bf-4949-8f21-21eb4e4e0282" providerId="ADAL" clId="{89129EA5-8514-4408-8AC6-026FAF17B119}" dt="2026-03-07T08:25:35.756" v="1115"/>
        <pc:sldMkLst>
          <pc:docMk/>
          <pc:sldMk cId="1268979713" sldId="275"/>
        </pc:sldMkLst>
        <pc:spChg chg="mod">
          <ac:chgData name="Tech Support 7" userId="052e40f2-87bf-4949-8f21-21eb4e4e0282" providerId="ADAL" clId="{89129EA5-8514-4408-8AC6-026FAF17B119}" dt="2026-03-07T05:18:36.711" v="300" actId="20577"/>
          <ac:spMkLst>
            <pc:docMk/>
            <pc:sldMk cId="1268979713" sldId="275"/>
            <ac:spMk id="2" creationId="{BA52A7FC-5FED-94AE-5E62-E5A35D083564}"/>
          </ac:spMkLst>
        </pc:spChg>
        <pc:spChg chg="del mod">
          <ac:chgData name="Tech Support 7" userId="052e40f2-87bf-4949-8f21-21eb4e4e0282" providerId="ADAL" clId="{89129EA5-8514-4408-8AC6-026FAF17B119}" dt="2026-03-07T05:18:30.338" v="299"/>
          <ac:spMkLst>
            <pc:docMk/>
            <pc:sldMk cId="1268979713" sldId="275"/>
            <ac:spMk id="3" creationId="{7252C794-A65F-4870-9578-ED4AFE53ABFC}"/>
          </ac:spMkLst>
        </pc:spChg>
        <pc:spChg chg="add">
          <ac:chgData name="Tech Support 7" userId="052e40f2-87bf-4949-8f21-21eb4e4e0282" providerId="ADAL" clId="{89129EA5-8514-4408-8AC6-026FAF17B119}" dt="2026-03-07T05:18:17.233" v="296"/>
          <ac:spMkLst>
            <pc:docMk/>
            <pc:sldMk cId="1268979713" sldId="275"/>
            <ac:spMk id="4" creationId="{5DE23BFE-58D8-DA3D-F4A1-369DDCF106F9}"/>
          </ac:spMkLst>
        </pc:spChg>
        <pc:spChg chg="add">
          <ac:chgData name="Tech Support 7" userId="052e40f2-87bf-4949-8f21-21eb4e4e0282" providerId="ADAL" clId="{89129EA5-8514-4408-8AC6-026FAF17B119}" dt="2026-03-07T05:18:23.094" v="297"/>
          <ac:spMkLst>
            <pc:docMk/>
            <pc:sldMk cId="1268979713" sldId="275"/>
            <ac:spMk id="5" creationId="{EF64841E-C678-CB18-2D52-11B065142985}"/>
          </ac:spMkLst>
        </pc:spChg>
        <pc:spChg chg="add mod">
          <ac:chgData name="Tech Support 7" userId="052e40f2-87bf-4949-8f21-21eb4e4e0282" providerId="ADAL" clId="{89129EA5-8514-4408-8AC6-026FAF17B119}" dt="2026-03-07T07:15:46.569" v="1106" actId="20577"/>
          <ac:spMkLst>
            <pc:docMk/>
            <pc:sldMk cId="1268979713" sldId="275"/>
            <ac:spMk id="6" creationId="{93E2CDE6-4154-3763-6C84-57EDDAD0132F}"/>
          </ac:spMkLst>
        </pc:spChg>
        <pc:picChg chg="add mod">
          <ac:chgData name="Tech Support 7" userId="052e40f2-87bf-4949-8f21-21eb4e4e0282" providerId="ADAL" clId="{89129EA5-8514-4408-8AC6-026FAF17B119}" dt="2026-03-07T08:25:35.756" v="1115"/>
          <ac:picMkLst>
            <pc:docMk/>
            <pc:sldMk cId="1268979713" sldId="275"/>
            <ac:picMk id="3" creationId="{CC62B55A-8422-6622-1A8B-8855893DFF0D}"/>
          </ac:picMkLst>
        </pc:picChg>
      </pc:sldChg>
      <pc:sldChg chg="addSp delSp modSp new mod">
        <pc:chgData name="Tech Support 7" userId="052e40f2-87bf-4949-8f21-21eb4e4e0282" providerId="ADAL" clId="{89129EA5-8514-4408-8AC6-026FAF17B119}" dt="2026-03-07T08:25:38.935" v="1117"/>
        <pc:sldMkLst>
          <pc:docMk/>
          <pc:sldMk cId="2266205625" sldId="276"/>
        </pc:sldMkLst>
        <pc:spChg chg="mod">
          <ac:chgData name="Tech Support 7" userId="052e40f2-87bf-4949-8f21-21eb4e4e0282" providerId="ADAL" clId="{89129EA5-8514-4408-8AC6-026FAF17B119}" dt="2026-03-07T05:19:12.829" v="318"/>
          <ac:spMkLst>
            <pc:docMk/>
            <pc:sldMk cId="2266205625" sldId="276"/>
            <ac:spMk id="2" creationId="{E25C008E-B5BD-F2FA-92CA-E088AC83ADF0}"/>
          </ac:spMkLst>
        </pc:spChg>
        <pc:spChg chg="del">
          <ac:chgData name="Tech Support 7" userId="052e40f2-87bf-4949-8f21-21eb4e4e0282" providerId="ADAL" clId="{89129EA5-8514-4408-8AC6-026FAF17B119}" dt="2026-03-07T05:19:52.823" v="319" actId="931"/>
          <ac:spMkLst>
            <pc:docMk/>
            <pc:sldMk cId="2266205625" sldId="276"/>
            <ac:spMk id="3" creationId="{8C49F9D6-1009-A834-8FC9-2CB24238CF93}"/>
          </ac:spMkLst>
        </pc:spChg>
        <pc:spChg chg="add del mod">
          <ac:chgData name="Tech Support 7" userId="052e40f2-87bf-4949-8f21-21eb4e4e0282" providerId="ADAL" clId="{89129EA5-8514-4408-8AC6-026FAF17B119}" dt="2026-03-07T05:34:33.678" v="482" actId="478"/>
          <ac:spMkLst>
            <pc:docMk/>
            <pc:sldMk cId="2266205625" sldId="276"/>
            <ac:spMk id="7" creationId="{22E23C3E-576F-1CD4-881D-B8DC16F9C5EB}"/>
          </ac:spMkLst>
        </pc:spChg>
        <pc:picChg chg="add mod">
          <ac:chgData name="Tech Support 7" userId="052e40f2-87bf-4949-8f21-21eb4e4e0282" providerId="ADAL" clId="{89129EA5-8514-4408-8AC6-026FAF17B119}" dt="2026-03-07T08:25:38.935" v="1117"/>
          <ac:picMkLst>
            <pc:docMk/>
            <pc:sldMk cId="2266205625" sldId="276"/>
            <ac:picMk id="3" creationId="{F729235F-E701-53B5-8895-96DF03D570EB}"/>
          </ac:picMkLst>
        </pc:picChg>
        <pc:picChg chg="add del mod ord">
          <ac:chgData name="Tech Support 7" userId="052e40f2-87bf-4949-8f21-21eb4e4e0282" providerId="ADAL" clId="{89129EA5-8514-4408-8AC6-026FAF17B119}" dt="2026-03-07T05:25:58.652" v="479" actId="478"/>
          <ac:picMkLst>
            <pc:docMk/>
            <pc:sldMk cId="2266205625" sldId="276"/>
            <ac:picMk id="5" creationId="{AE50565E-75BB-1BA4-4EDD-D1764D4DF3C8}"/>
          </ac:picMkLst>
        </pc:picChg>
        <pc:picChg chg="mod">
          <ac:chgData name="Tech Support 7" userId="052e40f2-87bf-4949-8f21-21eb4e4e0282" providerId="ADAL" clId="{89129EA5-8514-4408-8AC6-026FAF17B119}" dt="2026-03-07T05:34:39.192" v="484" actId="1076"/>
          <ac:picMkLst>
            <pc:docMk/>
            <pc:sldMk cId="2266205625" sldId="276"/>
            <ac:picMk id="9" creationId="{E4E52F27-85F1-E12D-8C42-1C7905AA9065}"/>
          </ac:picMkLst>
        </pc:picChg>
      </pc:sldChg>
      <pc:sldChg chg="add del">
        <pc:chgData name="Tech Support 7" userId="052e40f2-87bf-4949-8f21-21eb4e4e0282" providerId="ADAL" clId="{89129EA5-8514-4408-8AC6-026FAF17B119}" dt="2026-03-07T04:42:15.477" v="26" actId="2696"/>
        <pc:sldMkLst>
          <pc:docMk/>
          <pc:sldMk cId="4258488586" sldId="276"/>
        </pc:sldMkLst>
      </pc:sldChg>
      <pc:sldChg chg="addSp delSp modSp new mod">
        <pc:chgData name="Tech Support 7" userId="052e40f2-87bf-4949-8f21-21eb4e4e0282" providerId="ADAL" clId="{89129EA5-8514-4408-8AC6-026FAF17B119}" dt="2026-03-07T08:25:40.030" v="1118"/>
        <pc:sldMkLst>
          <pc:docMk/>
          <pc:sldMk cId="1346076600" sldId="277"/>
        </pc:sldMkLst>
        <pc:spChg chg="mod">
          <ac:chgData name="Tech Support 7" userId="052e40f2-87bf-4949-8f21-21eb4e4e0282" providerId="ADAL" clId="{89129EA5-8514-4408-8AC6-026FAF17B119}" dt="2026-03-07T05:21:00.945" v="386" actId="403"/>
          <ac:spMkLst>
            <pc:docMk/>
            <pc:sldMk cId="1346076600" sldId="277"/>
            <ac:spMk id="2" creationId="{F90BE112-0EF5-588B-286A-CCA5EB534725}"/>
          </ac:spMkLst>
        </pc:spChg>
        <pc:spChg chg="del mod">
          <ac:chgData name="Tech Support 7" userId="052e40f2-87bf-4949-8f21-21eb4e4e0282" providerId="ADAL" clId="{89129EA5-8514-4408-8AC6-026FAF17B119}" dt="2026-03-07T05:22:13.974" v="422"/>
          <ac:spMkLst>
            <pc:docMk/>
            <pc:sldMk cId="1346076600" sldId="277"/>
            <ac:spMk id="3" creationId="{6BBE7BF3-2E4B-8A1B-9500-8E8616DA45A8}"/>
          </ac:spMkLst>
        </pc:spChg>
        <pc:spChg chg="add mod">
          <ac:chgData name="Tech Support 7" userId="052e40f2-87bf-4949-8f21-21eb4e4e0282" providerId="ADAL" clId="{89129EA5-8514-4408-8AC6-026FAF17B119}" dt="2026-03-07T07:15:04.156" v="1067" actId="20577"/>
          <ac:spMkLst>
            <pc:docMk/>
            <pc:sldMk cId="1346076600" sldId="277"/>
            <ac:spMk id="4" creationId="{4135624B-86E9-DEFD-B0F3-CC095E88ABEB}"/>
          </ac:spMkLst>
        </pc:spChg>
        <pc:picChg chg="add mod">
          <ac:chgData name="Tech Support 7" userId="052e40f2-87bf-4949-8f21-21eb4e4e0282" providerId="ADAL" clId="{89129EA5-8514-4408-8AC6-026FAF17B119}" dt="2026-03-07T08:25:40.030" v="1118"/>
          <ac:picMkLst>
            <pc:docMk/>
            <pc:sldMk cId="1346076600" sldId="277"/>
            <ac:picMk id="3" creationId="{C86B1C5F-84AC-0363-B195-9E2553084F3E}"/>
          </ac:picMkLst>
        </pc:picChg>
      </pc:sldChg>
      <pc:sldChg chg="addSp delSp modSp new mod">
        <pc:chgData name="Tech Support 7" userId="052e40f2-87bf-4949-8f21-21eb4e4e0282" providerId="ADAL" clId="{89129EA5-8514-4408-8AC6-026FAF17B119}" dt="2026-03-07T08:25:40.963" v="1119"/>
        <pc:sldMkLst>
          <pc:docMk/>
          <pc:sldMk cId="1930369843" sldId="278"/>
        </pc:sldMkLst>
        <pc:spChg chg="mod">
          <ac:chgData name="Tech Support 7" userId="052e40f2-87bf-4949-8f21-21eb4e4e0282" providerId="ADAL" clId="{89129EA5-8514-4408-8AC6-026FAF17B119}" dt="2026-03-07T05:22:46.381" v="453" actId="20577"/>
          <ac:spMkLst>
            <pc:docMk/>
            <pc:sldMk cId="1930369843" sldId="278"/>
            <ac:spMk id="2" creationId="{28D71B72-273A-5345-5A0A-440EFCCD301A}"/>
          </ac:spMkLst>
        </pc:spChg>
        <pc:spChg chg="add">
          <ac:chgData name="Tech Support 7" userId="052e40f2-87bf-4949-8f21-21eb4e4e0282" providerId="ADAL" clId="{89129EA5-8514-4408-8AC6-026FAF17B119}" dt="2026-03-07T05:57:45.894" v="752"/>
          <ac:spMkLst>
            <pc:docMk/>
            <pc:sldMk cId="1930369843" sldId="278"/>
            <ac:spMk id="3" creationId="{07247281-BA49-E60D-EE3A-2295298E0757}"/>
          </ac:spMkLst>
        </pc:spChg>
        <pc:spChg chg="del">
          <ac:chgData name="Tech Support 7" userId="052e40f2-87bf-4949-8f21-21eb4e4e0282" providerId="ADAL" clId="{89129EA5-8514-4408-8AC6-026FAF17B119}" dt="2026-03-07T05:23:21.997" v="454"/>
          <ac:spMkLst>
            <pc:docMk/>
            <pc:sldMk cId="1930369843" sldId="278"/>
            <ac:spMk id="3" creationId="{C39B6EB4-A5E2-EEDF-A20C-6966FCEA81F8}"/>
          </ac:spMkLst>
        </pc:spChg>
        <pc:spChg chg="add mod">
          <ac:chgData name="Tech Support 7" userId="052e40f2-87bf-4949-8f21-21eb4e4e0282" providerId="ADAL" clId="{89129EA5-8514-4408-8AC6-026FAF17B119}" dt="2026-03-07T07:15:21.823" v="1078" actId="20577"/>
          <ac:spMkLst>
            <pc:docMk/>
            <pc:sldMk cId="1930369843" sldId="278"/>
            <ac:spMk id="4" creationId="{7992C632-0E6B-998A-2D69-43740BA29174}"/>
          </ac:spMkLst>
        </pc:spChg>
        <pc:spChg chg="add">
          <ac:chgData name="Tech Support 7" userId="052e40f2-87bf-4949-8f21-21eb4e4e0282" providerId="ADAL" clId="{89129EA5-8514-4408-8AC6-026FAF17B119}" dt="2026-03-07T05:57:50.967" v="754"/>
          <ac:spMkLst>
            <pc:docMk/>
            <pc:sldMk cId="1930369843" sldId="278"/>
            <ac:spMk id="5" creationId="{39FB635A-127F-061D-61DF-ED074FF08382}"/>
          </ac:spMkLst>
        </pc:spChg>
        <pc:spChg chg="add">
          <ac:chgData name="Tech Support 7" userId="052e40f2-87bf-4949-8f21-21eb4e4e0282" providerId="ADAL" clId="{89129EA5-8514-4408-8AC6-026FAF17B119}" dt="2026-03-07T05:57:54.552" v="756"/>
          <ac:spMkLst>
            <pc:docMk/>
            <pc:sldMk cId="1930369843" sldId="278"/>
            <ac:spMk id="6" creationId="{F9450846-DEFA-271F-0ACD-C81AAAB54A7B}"/>
          </ac:spMkLst>
        </pc:spChg>
        <pc:spChg chg="add">
          <ac:chgData name="Tech Support 7" userId="052e40f2-87bf-4949-8f21-21eb4e4e0282" providerId="ADAL" clId="{89129EA5-8514-4408-8AC6-026FAF17B119}" dt="2026-03-07T05:58:00.133" v="758"/>
          <ac:spMkLst>
            <pc:docMk/>
            <pc:sldMk cId="1930369843" sldId="278"/>
            <ac:spMk id="7" creationId="{2CB38655-343A-B02D-2106-2779D2F28E6A}"/>
          </ac:spMkLst>
        </pc:spChg>
        <pc:spChg chg="add">
          <ac:chgData name="Tech Support 7" userId="052e40f2-87bf-4949-8f21-21eb4e4e0282" providerId="ADAL" clId="{89129EA5-8514-4408-8AC6-026FAF17B119}" dt="2026-03-07T05:58:03.323" v="759"/>
          <ac:spMkLst>
            <pc:docMk/>
            <pc:sldMk cId="1930369843" sldId="278"/>
            <ac:spMk id="8" creationId="{843457A7-2587-637D-9A4E-F5DC024779BA}"/>
          </ac:spMkLst>
        </pc:spChg>
        <pc:picChg chg="add mod">
          <ac:chgData name="Tech Support 7" userId="052e40f2-87bf-4949-8f21-21eb4e4e0282" providerId="ADAL" clId="{89129EA5-8514-4408-8AC6-026FAF17B119}" dt="2026-03-07T08:25:40.963" v="1119"/>
          <ac:picMkLst>
            <pc:docMk/>
            <pc:sldMk cId="1930369843" sldId="278"/>
            <ac:picMk id="3" creationId="{820D98E5-7237-3F93-C3C7-E3B017BBF80D}"/>
          </ac:picMkLst>
        </pc:picChg>
      </pc:sldChg>
      <pc:sldChg chg="addSp delSp modSp new mod">
        <pc:chgData name="Tech Support 7" userId="052e40f2-87bf-4949-8f21-21eb4e4e0282" providerId="ADAL" clId="{89129EA5-8514-4408-8AC6-026FAF17B119}" dt="2026-03-07T08:25:41.978" v="1120"/>
        <pc:sldMkLst>
          <pc:docMk/>
          <pc:sldMk cId="137041456" sldId="279"/>
        </pc:sldMkLst>
        <pc:spChg chg="mod">
          <ac:chgData name="Tech Support 7" userId="052e40f2-87bf-4949-8f21-21eb4e4e0282" providerId="ADAL" clId="{89129EA5-8514-4408-8AC6-026FAF17B119}" dt="2026-03-07T05:23:33.190" v="467" actId="20577"/>
          <ac:spMkLst>
            <pc:docMk/>
            <pc:sldMk cId="137041456" sldId="279"/>
            <ac:spMk id="2" creationId="{D8EC8926-DEC2-8BE9-52AA-B6BF44FDBF2B}"/>
          </ac:spMkLst>
        </pc:spChg>
        <pc:spChg chg="add del mod">
          <ac:chgData name="Tech Support 7" userId="052e40f2-87bf-4949-8f21-21eb4e4e0282" providerId="ADAL" clId="{89129EA5-8514-4408-8AC6-026FAF17B119}" dt="2026-03-07T05:25:27.171" v="478" actId="14100"/>
          <ac:spMkLst>
            <pc:docMk/>
            <pc:sldMk cId="137041456" sldId="279"/>
            <ac:spMk id="3" creationId="{3B79DC12-96F2-42A0-02EC-380CD219C5F5}"/>
          </ac:spMkLst>
        </pc:spChg>
        <pc:spChg chg="add mod">
          <ac:chgData name="Tech Support 7" userId="052e40f2-87bf-4949-8f21-21eb4e4e0282" providerId="ADAL" clId="{89129EA5-8514-4408-8AC6-026FAF17B119}" dt="2026-03-07T05:24:29.378" v="469"/>
          <ac:spMkLst>
            <pc:docMk/>
            <pc:sldMk cId="137041456" sldId="279"/>
            <ac:spMk id="4" creationId="{A285802B-D147-6E79-C60B-BC8B4B526B8E}"/>
          </ac:spMkLst>
        </pc:spChg>
        <pc:picChg chg="add mod">
          <ac:chgData name="Tech Support 7" userId="052e40f2-87bf-4949-8f21-21eb4e4e0282" providerId="ADAL" clId="{89129EA5-8514-4408-8AC6-026FAF17B119}" dt="2026-03-07T08:25:41.978" v="1120"/>
          <ac:picMkLst>
            <pc:docMk/>
            <pc:sldMk cId="137041456" sldId="279"/>
            <ac:picMk id="4" creationId="{F533DE9E-9C18-790F-D79F-0C36294215CE}"/>
          </ac:picMkLst>
        </pc:picChg>
      </pc:sldChg>
      <pc:sldChg chg="addSp modSp new mod">
        <pc:chgData name="Tech Support 7" userId="052e40f2-87bf-4949-8f21-21eb4e4e0282" providerId="ADAL" clId="{89129EA5-8514-4408-8AC6-026FAF17B119}" dt="2026-03-07T08:25:26.643" v="1110"/>
        <pc:sldMkLst>
          <pc:docMk/>
          <pc:sldMk cId="7444865" sldId="280"/>
        </pc:sldMkLst>
        <pc:spChg chg="mod">
          <ac:chgData name="Tech Support 7" userId="052e40f2-87bf-4949-8f21-21eb4e4e0282" providerId="ADAL" clId="{89129EA5-8514-4408-8AC6-026FAF17B119}" dt="2026-03-07T05:47:55.273" v="503" actId="20577"/>
          <ac:spMkLst>
            <pc:docMk/>
            <pc:sldMk cId="7444865" sldId="280"/>
            <ac:spMk id="2" creationId="{8554B3CB-4711-F17A-EE24-422647DB8654}"/>
          </ac:spMkLst>
        </pc:spChg>
        <pc:spChg chg="mod">
          <ac:chgData name="Tech Support 7" userId="052e40f2-87bf-4949-8f21-21eb4e4e0282" providerId="ADAL" clId="{89129EA5-8514-4408-8AC6-026FAF17B119}" dt="2026-03-07T06:03:01.986" v="960" actId="12"/>
          <ac:spMkLst>
            <pc:docMk/>
            <pc:sldMk cId="7444865" sldId="280"/>
            <ac:spMk id="3" creationId="{825F52E4-691E-4788-7B90-9678355BEA0B}"/>
          </ac:spMkLst>
        </pc:spChg>
        <pc:picChg chg="add mod">
          <ac:chgData name="Tech Support 7" userId="052e40f2-87bf-4949-8f21-21eb4e4e0282" providerId="ADAL" clId="{89129EA5-8514-4408-8AC6-026FAF17B119}" dt="2026-03-07T08:25:26.643" v="1110"/>
          <ac:picMkLst>
            <pc:docMk/>
            <pc:sldMk cId="7444865" sldId="280"/>
            <ac:picMk id="4" creationId="{4E9CB5F5-DAF3-EA24-F032-1545C4E47878}"/>
          </ac:picMkLst>
        </pc:picChg>
      </pc:sldChg>
      <pc:sldChg chg="addSp delSp modSp new mod modClrScheme chgLayout">
        <pc:chgData name="Tech Support 7" userId="052e40f2-87bf-4949-8f21-21eb4e4e0282" providerId="ADAL" clId="{89129EA5-8514-4408-8AC6-026FAF17B119}" dt="2026-03-07T08:25:36.490" v="1116"/>
        <pc:sldMkLst>
          <pc:docMk/>
          <pc:sldMk cId="1650720377" sldId="281"/>
        </pc:sldMkLst>
        <pc:spChg chg="mod">
          <ac:chgData name="Tech Support 7" userId="052e40f2-87bf-4949-8f21-21eb4e4e0282" providerId="ADAL" clId="{89129EA5-8514-4408-8AC6-026FAF17B119}" dt="2026-03-07T07:12:43.834" v="1033" actId="26606"/>
          <ac:spMkLst>
            <pc:docMk/>
            <pc:sldMk cId="1650720377" sldId="281"/>
            <ac:spMk id="2" creationId="{C14905FF-D527-2A1B-B782-C8B7291FA536}"/>
          </ac:spMkLst>
        </pc:spChg>
        <pc:spChg chg="del mod">
          <ac:chgData name="Tech Support 7" userId="052e40f2-87bf-4949-8f21-21eb4e4e0282" providerId="ADAL" clId="{89129EA5-8514-4408-8AC6-026FAF17B119}" dt="2026-03-07T07:08:14.272" v="1026"/>
          <ac:spMkLst>
            <pc:docMk/>
            <pc:sldMk cId="1650720377" sldId="281"/>
            <ac:spMk id="3" creationId="{0611AD3D-ED4B-781A-9D64-87ADFDA2ACCD}"/>
          </ac:spMkLst>
        </pc:spChg>
        <pc:spChg chg="add mod">
          <ac:chgData name="Tech Support 7" userId="052e40f2-87bf-4949-8f21-21eb4e4e0282" providerId="ADAL" clId="{89129EA5-8514-4408-8AC6-026FAF17B119}" dt="2026-03-07T07:13:56.245" v="1059" actId="20577"/>
          <ac:spMkLst>
            <pc:docMk/>
            <pc:sldMk cId="1650720377" sldId="281"/>
            <ac:spMk id="4" creationId="{35FE6575-293C-1DF3-3663-44EB21975756}"/>
          </ac:spMkLst>
        </pc:spChg>
        <pc:picChg chg="add mod">
          <ac:chgData name="Tech Support 7" userId="052e40f2-87bf-4949-8f21-21eb4e4e0282" providerId="ADAL" clId="{89129EA5-8514-4408-8AC6-026FAF17B119}" dt="2026-03-07T08:25:36.490" v="1116"/>
          <ac:picMkLst>
            <pc:docMk/>
            <pc:sldMk cId="1650720377" sldId="281"/>
            <ac:picMk id="5" creationId="{E63410EF-07FA-0EDD-493B-DF9E2BF467B1}"/>
          </ac:picMkLst>
        </pc:picChg>
        <pc:picChg chg="add mod">
          <ac:chgData name="Tech Support 7" userId="052e40f2-87bf-4949-8f21-21eb4e4e0282" providerId="ADAL" clId="{89129EA5-8514-4408-8AC6-026FAF17B119}" dt="2026-03-07T07:12:56.344" v="1037" actId="14100"/>
          <ac:picMkLst>
            <pc:docMk/>
            <pc:sldMk cId="1650720377" sldId="281"/>
            <ac:picMk id="1027" creationId="{68C6539D-4004-143F-5F9C-B0624074CBA0}"/>
          </ac:picMkLst>
        </pc:picChg>
        <pc:picChg chg="add mod">
          <ac:chgData name="Tech Support 7" userId="052e40f2-87bf-4949-8f21-21eb4e4e0282" providerId="ADAL" clId="{89129EA5-8514-4408-8AC6-026FAF17B119}" dt="2026-03-07T07:13:27.059" v="1046" actId="14100"/>
          <ac:picMkLst>
            <pc:docMk/>
            <pc:sldMk cId="1650720377" sldId="281"/>
            <ac:picMk id="1029" creationId="{07230AC8-1FD0-B626-473D-10464A23F6E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3/7/2026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3/7/2026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3/7/2026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3/7/2026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3/7/2026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3/7/2026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3/7/2026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3/7/2026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200" b="1">
                <a:solidFill>
                  <a:srgbClr val="FFFFFF"/>
                </a:solidFill>
              </a:rPr>
              <a:t>Retail Inventory Forecasting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AI-powered demand forecasting for supply chain decisions</a:t>
            </a:r>
          </a:p>
          <a:p>
            <a:r>
              <a:rPr sz="2000">
                <a:solidFill>
                  <a:srgbClr val="FFFFFF"/>
                </a:solidFill>
              </a:rP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</a:defRPr>
            </a:pPr>
            <a:r>
              <a:t>Objective: build a forecasting-driven system to improve retail inventory planning and reduce stock imbalances.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</a:defRPr>
            </a:pPr>
            <a:r>
              <a:t>Scope: 5 stores, 30 products, 15 categories, and multivariate demand signals including price, weather, and promotions.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</a:defRPr>
            </a:pPr>
            <a:r>
              <a:t>Delivery: end-to-end pipeline with data ingestion, feature engineering, model training, API services, and dashboard outputs.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</a:defRPr>
            </a:pPr>
            <a:r>
              <a:t>Outcome: daily demand forecasts that support category-level replenishment and operational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FFFFF"/>
                </a:solidFill>
              </a:rPr>
              <a:t>Dataset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</a:defRPr>
            </a:pPr>
            <a:r>
              <a:t>Records: 164,400 rows with 15 attributes from 2022-01-01 to 2024-12-31.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</a:defRPr>
            </a:pPr>
            <a:r>
              <a:t>Core variables: inventory level, units sold, units ordered, demand forecast, price, discount, seasonality, and promotion flag.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</a:defRPr>
            </a:pPr>
            <a:r>
              <a:t>Sales volume: 23,612,231 total units sold, with an average of 21,544 units/day.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</a:defRPr>
            </a:pPr>
            <a:r>
              <a:t>Inventory status: mean inventory 447.2; low-stock observations (&lt;80 units) are 25.5% of all records.</a:t>
            </a:r>
          </a:p>
        </p:txBody>
      </p:sp>
      <p:pic>
        <p:nvPicPr>
          <p:cNvPr id="4" name="Picture 3" descr="month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25880"/>
            <a:ext cx="6126480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97880" y="4983480"/>
            <a:ext cx="6126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0F0F0"/>
                </a:solidFill>
              </a:defRPr>
            </a:pPr>
            <a:r>
              <a:t>Figure: Monthly demand trend used to identify seasonality and long-term movement.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</a:defRPr>
            </a:pPr>
            <a:r>
              <a:t>Data layer loads CSV uploads and standardizes columns, dates, and category identifiers.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</a:defRPr>
            </a:pPr>
            <a:r>
              <a:t>Feature layer creates lag, rolling, and seasonal calendar signals for each category-level daily series.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</a:defRPr>
            </a:pPr>
            <a:r>
              <a:t>Model layer uses LinearRegression to learn demand behavior and generate multi-day forecasts.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</a:defRPr>
            </a:pPr>
            <a:r>
              <a:t>Service layer (FastAPI) exposes forecast endpoints and powers a role-based dashboard for business users.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25880"/>
            <a:ext cx="6126480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97880" y="4983480"/>
            <a:ext cx="6126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0F0F0"/>
                </a:solidFill>
              </a:defRPr>
            </a:pPr>
            <a:r>
              <a:t>Figure: End-to-end architecture from raw data to dashboard consumption.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FFFFF"/>
                </a:solidFill>
              </a:rPr>
              <a:t>Exploratory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530352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</a:defRPr>
            </a:pPr>
            <a:r>
              <a:rPr dirty="0"/>
              <a:t>Category demand is concentrated: Toys, Electronics, and Furniture contribute the largest share of unit sales.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</a:defRPr>
            </a:pPr>
            <a:r>
              <a:rPr dirty="0"/>
              <a:t>Regional differences are visible, with East and West driving the majority of demand volume.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</a:defRPr>
            </a:pPr>
            <a:r>
              <a:rPr dirty="0"/>
              <a:t>Price, discount, and holiday/promotion variables exhibit measurable influence across categories.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</a:defRPr>
            </a:pPr>
            <a:r>
              <a:rPr dirty="0"/>
              <a:t>These patterns justify feature-rich forecasting rather than simple moving-average baselines.</a:t>
            </a:r>
          </a:p>
        </p:txBody>
      </p:sp>
      <p:pic>
        <p:nvPicPr>
          <p:cNvPr id="4" name="Picture 3" descr="categor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25880"/>
            <a:ext cx="6126480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97880" y="4983480"/>
            <a:ext cx="6126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0F0F0"/>
                </a:solidFill>
              </a:defRPr>
            </a:pPr>
            <a:r>
              <a:t>Figure: Top category contribution highlights demand concentration by product group.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FFFFF"/>
                </a:solidFill>
              </a:rPr>
              <a:t>Regional Demand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</a:defRPr>
            </a:pPr>
            <a:r>
              <a:t>Location-level sales share indicates uneven demand distribution across operating regions.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</a:defRPr>
            </a:pPr>
            <a:r>
              <a:t>This supports location-sensitive replenishment rather than a uniform inventory policy.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</a:defRPr>
            </a:pPr>
            <a:r>
              <a:t>Forecast outputs can be combined with warehouse allocation constraints for region-aware planning.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</a:defRPr>
            </a:pPr>
            <a:r>
              <a:t>The same framework can be extended for store-level service-level targets.</a:t>
            </a:r>
          </a:p>
        </p:txBody>
      </p:sp>
      <p:pic>
        <p:nvPicPr>
          <p:cNvPr id="4" name="Picture 3" descr="location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25880"/>
            <a:ext cx="6126480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97880" y="4983480"/>
            <a:ext cx="6126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0F0F0"/>
                </a:solidFill>
              </a:defRPr>
            </a:pPr>
            <a:r>
              <a:t>Figure: Regional share of units sold across North, South, East, and West.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FFFFF"/>
                </a:solidFill>
              </a:rPr>
              <a:t>Forecasting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</a:defRPr>
            </a:pPr>
            <a:r>
              <a:t>Model: LinearRegression with lag-1/7/14/28 features, rolling statistics, and cyclical calendar encodings.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</a:defRPr>
            </a:pPr>
            <a:r>
              <a:t>Adaptive controls: holiday-aware adjustments and exogenous indicators such as price and promotions.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</a:defRPr>
            </a:pPr>
            <a:r>
              <a:t>Baseline quality indicator: mean absolute gap between historical demand forecast and actual sales is 6.54 units.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</a:defRPr>
            </a:pPr>
            <a:r>
              <a:t>Operational use: generate next-day to next-week category forecasts for replenishment and procurement planning.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FFFFF"/>
                </a:solidFill>
              </a:rPr>
              <a:t>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</a:defRPr>
            </a:pPr>
            <a:r>
              <a:t>Improves replenishment timing by giving planners forward visibility into likely demand surges and dips.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</a:defRPr>
            </a:pPr>
            <a:r>
              <a:t>Reduces stockout risk and overstock by aligning purchase quantities with predicted consumption patterns.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</a:defRPr>
            </a:pPr>
            <a:r>
              <a:t>Creates a single decision workflow that combines forecasting outputs with inventory-health indicators.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</a:defRPr>
            </a:pPr>
            <a:r>
              <a:t>Supports measurable KPIs: service level, stockout rate, holding cost, and forecast error trend over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FFFFF"/>
                </a:solidFill>
              </a:rPr>
              <a:t>Implementation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</a:defRPr>
            </a:pPr>
            <a:r>
              <a:t>Data quality variation across uploads required robust date parsing and column-alias normalization.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</a:defRPr>
            </a:pPr>
            <a:r>
              <a:t>Irregular observations demanded daily resampling and missing-value handling before model fitting.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</a:defRPr>
            </a:pPr>
            <a:r>
              <a:t>Model governance requires continuous monitoring to detect drift across categories and seasons.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</a:defRPr>
            </a:pPr>
            <a:r>
              <a:t>Role-based access and audit history were integrated to improve operational reliability and accountability.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FFFFFF"/>
                </a:solidFill>
              </a:rPr>
              <a:t>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</a:defRPr>
            </a:pPr>
            <a:r>
              <a:t>The project demonstrates a complete demand-forecasting workflow from raw data to actionable dashboard insights.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</a:defRPr>
            </a:pPr>
            <a:r>
              <a:t>Current system is production-ready for category-level planning and can scale to store-SKU granularity.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</a:defRPr>
            </a:pPr>
            <a:r>
              <a:t>Next steps: add probabilistic intervals, automated retraining, and optimization-based reorder recommendations.</a:t>
            </a:r>
          </a:p>
          <a:p>
            <a:pPr>
              <a:spcAft>
                <a:spcPts val="800"/>
              </a:spcAft>
              <a:defRPr sz="2000">
                <a:solidFill>
                  <a:srgbClr val="F5F5F5"/>
                </a:solidFill>
              </a:defRPr>
            </a:pPr>
            <a:r>
              <a:t>Result: a practical AI-enabled supply chain decision support platform for retail operations.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amond Grid 16x9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185</TotalTime>
  <Words>637</Words>
  <Application>Microsoft Office PowerPoint</Application>
  <PresentationFormat>Widescreen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Diamond Grid 16x9</vt:lpstr>
      <vt:lpstr>Retail Inventory Forecasting System</vt:lpstr>
      <vt:lpstr>Project Overview</vt:lpstr>
      <vt:lpstr>Dataset Profile</vt:lpstr>
      <vt:lpstr>System Architecture</vt:lpstr>
      <vt:lpstr>Exploratory Insights</vt:lpstr>
      <vt:lpstr>Regional Demand Distribution</vt:lpstr>
      <vt:lpstr>Forecasting Methodology</vt:lpstr>
      <vt:lpstr>Business Impact</vt:lpstr>
      <vt:lpstr>Implementation Challenges</vt:lpstr>
      <vt:lpstr>Conclusion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Tech Support 7</dc:creator>
  <cp:lastModifiedBy>Keerhi Sayani</cp:lastModifiedBy>
  <cp:revision>1</cp:revision>
  <dcterms:created xsi:type="dcterms:W3CDTF">2026-02-28T09:55:09Z</dcterms:created>
  <dcterms:modified xsi:type="dcterms:W3CDTF">2026-03-07T16:06:15Z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